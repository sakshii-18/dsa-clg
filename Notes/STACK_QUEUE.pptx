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84" r:id="rId4"/>
    <p:sldId id="282" r:id="rId5"/>
    <p:sldId id="283" r:id="rId6"/>
    <p:sldId id="285" r:id="rId7"/>
    <p:sldId id="286" r:id="rId8"/>
    <p:sldId id="288" r:id="rId9"/>
    <p:sldId id="289" r:id="rId10"/>
    <p:sldId id="290" r:id="rId11"/>
    <p:sldId id="291" r:id="rId12"/>
    <p:sldId id="28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7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10/14/2024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828800"/>
            <a:ext cx="6934200" cy="1222375"/>
          </a:xfrm>
        </p:spPr>
        <p:txBody>
          <a:bodyPr>
            <a:normAutofit fontScale="90000"/>
          </a:bodyPr>
          <a:lstStyle/>
          <a:p>
            <a:r>
              <a:rPr lang="en-US" dirty="0"/>
              <a:t>IT 12 Data structure and algorithms- Stack and Queue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914400"/>
            <a:ext cx="6629400" cy="9144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/>
              <a:t>Stack is a linear data structure which operates in LIFO (Last in First Out) manner. The </a:t>
            </a:r>
            <a:r>
              <a:rPr lang="en-US" b="1" dirty="0"/>
              <a:t>top</a:t>
            </a:r>
            <a:r>
              <a:rPr lang="en-US" dirty="0"/>
              <a:t> pointer provides top value of the stack.</a:t>
            </a:r>
            <a:endParaRPr lang="en-IN" dirty="0"/>
          </a:p>
          <a:p>
            <a:pPr marL="82296" indent="0">
              <a:buNone/>
            </a:pPr>
            <a:r>
              <a:rPr lang="en-US" dirty="0"/>
              <a:t>Basic Operations</a:t>
            </a:r>
            <a:endParaRPr lang="en-IN" dirty="0"/>
          </a:p>
          <a:p>
            <a:pPr lvl="0"/>
            <a:r>
              <a:rPr lang="en-US" b="1" dirty="0"/>
              <a:t>push()</a:t>
            </a:r>
            <a:r>
              <a:rPr lang="en-US" dirty="0"/>
              <a:t> − Pushing (storing) an element on the stack.</a:t>
            </a:r>
            <a:endParaRPr lang="en-IN" dirty="0"/>
          </a:p>
          <a:p>
            <a:pPr lvl="0"/>
            <a:r>
              <a:rPr lang="en-US" b="1" dirty="0"/>
              <a:t>pop()</a:t>
            </a:r>
            <a:r>
              <a:rPr lang="en-US" dirty="0"/>
              <a:t> − Removing (accessing) an element from the stack.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7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9B7EFD-1014-B2AC-BC6D-0579BF811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1" y="198365"/>
            <a:ext cx="4348018" cy="30020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461784-6EF8-52AB-2967-E55D12FFC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657601"/>
            <a:ext cx="5966977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71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Operations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7362825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900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7771-B98A-E34E-ECE2-04F00965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DC2C2-A947-66C5-13AD-280B75710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Function calls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Recursion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Arithmetic Expression evaluation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Syntax parsing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Memory management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  <a:latin typeface="Nunito" pitchFamily="2" charset="0"/>
              </a:rPr>
              <a:t>Backtracking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665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4602-25E0-0B08-2A29-BEEA9115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466A-04B4-8823-4285-4D18A7F22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82296" indent="0" algn="just">
              <a:buNone/>
            </a:pPr>
            <a:r>
              <a:rPr lang="en-US" dirty="0"/>
              <a:t>A Queue is a linear structure which follows a particular order in which the operations are performed. The order is First In First Out (FIFO). A good example of a queue is any queue of customers for a resource where </a:t>
            </a:r>
            <a:r>
              <a:rPr lang="en-US"/>
              <a:t>the customer </a:t>
            </a:r>
            <a:r>
              <a:rPr lang="en-US" dirty="0"/>
              <a:t>that came first is served first. 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Basic Operations</a:t>
            </a:r>
            <a:endParaRPr lang="en-IN" dirty="0"/>
          </a:p>
          <a:p>
            <a:r>
              <a:rPr lang="en-US" b="1" dirty="0"/>
              <a:t>enqueue()</a:t>
            </a:r>
            <a:r>
              <a:rPr lang="en-US" dirty="0"/>
              <a:t> − insert (add) an item to the queue.</a:t>
            </a:r>
          </a:p>
          <a:p>
            <a:r>
              <a:rPr lang="en-US" b="1" dirty="0"/>
              <a:t>dequeue()</a:t>
            </a:r>
            <a:r>
              <a:rPr lang="en-US" dirty="0"/>
              <a:t> − remove (access) an item from the queue.</a:t>
            </a:r>
          </a:p>
          <a:p>
            <a:pPr lvl="0"/>
            <a:r>
              <a:rPr lang="en-IN" b="1" dirty="0"/>
              <a:t>front and rear pointers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591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AF02-46C8-FF54-D50E-610554978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8B030-326A-B153-458C-94A7E75C0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Linear Queue</a:t>
            </a:r>
          </a:p>
          <a:p>
            <a:r>
              <a:rPr lang="en-IN" dirty="0"/>
              <a:t>Circular Queue</a:t>
            </a:r>
          </a:p>
          <a:p>
            <a:r>
              <a:rPr lang="en-IN" dirty="0"/>
              <a:t>Priority Queue</a:t>
            </a:r>
          </a:p>
          <a:p>
            <a:r>
              <a:rPr lang="en-IN" dirty="0"/>
              <a:t>Double Ended Queue (</a:t>
            </a:r>
            <a:r>
              <a:rPr lang="en-IN" dirty="0" err="1"/>
              <a:t>Dque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61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531C-1D11-FF23-14CD-DE68F0F40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 Operations</a:t>
            </a:r>
          </a:p>
        </p:txBody>
      </p:sp>
      <p:pic>
        <p:nvPicPr>
          <p:cNvPr id="2050" name="Picture 2" descr="Basic Operations for Queue in Data Structure - GeeksforGeeks">
            <a:extLst>
              <a:ext uri="{FF2B5EF4-FFF2-40B4-BE49-F238E27FC236}">
                <a16:creationId xmlns:a16="http://schemas.microsoft.com/office/drawing/2014/main" id="{E2CA55BE-7FCE-85A1-3A2C-AD0FF6F3BA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00200"/>
            <a:ext cx="78486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34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B7B20A-87B6-8BC5-047B-6F069C83C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571500"/>
            <a:ext cx="8077200" cy="5715000"/>
          </a:xfrm>
        </p:spPr>
      </p:pic>
    </p:spTree>
    <p:extLst>
      <p:ext uri="{BB962C8B-B14F-4D97-AF65-F5344CB8AC3E}">
        <p14:creationId xmlns:p14="http://schemas.microsoft.com/office/powerpoint/2010/main" val="2370656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92A90A-4C9C-876B-0883-0D100ED5F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685800"/>
            <a:ext cx="8077200" cy="4648200"/>
          </a:xfrm>
        </p:spPr>
      </p:pic>
    </p:spTree>
    <p:extLst>
      <p:ext uri="{BB962C8B-B14F-4D97-AF65-F5344CB8AC3E}">
        <p14:creationId xmlns:p14="http://schemas.microsoft.com/office/powerpoint/2010/main" val="90485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1C8F-061C-BB99-E6D7-1E3323012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Priority Queue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267A61-A0FC-2FC4-E2C1-63477DD46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960" y="1409755"/>
            <a:ext cx="6436640" cy="5287962"/>
          </a:xfrm>
        </p:spPr>
      </p:pic>
    </p:spTree>
    <p:extLst>
      <p:ext uri="{BB962C8B-B14F-4D97-AF65-F5344CB8AC3E}">
        <p14:creationId xmlns:p14="http://schemas.microsoft.com/office/powerpoint/2010/main" val="772367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EBF2-2E1B-E7B6-E064-1C81513EE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88C5-DF4B-F642-463E-3B46611C0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0" i="0" dirty="0">
                <a:solidFill>
                  <a:srgbClr val="1F1F1F"/>
                </a:solidFill>
                <a:effectLst/>
                <a:latin typeface="Google Sans"/>
              </a:rPr>
              <a:t>CPU scheduling</a:t>
            </a:r>
          </a:p>
          <a:p>
            <a:r>
              <a:rPr lang="en-IN" dirty="0">
                <a:solidFill>
                  <a:srgbClr val="1F1F1F"/>
                </a:solidFill>
                <a:latin typeface="Google Sans"/>
              </a:rPr>
              <a:t>Printer Spooling</a:t>
            </a:r>
          </a:p>
          <a:p>
            <a:r>
              <a:rPr lang="en-IN" b="0" i="0" dirty="0">
                <a:solidFill>
                  <a:srgbClr val="1F1F1F"/>
                </a:solidFill>
                <a:effectLst/>
                <a:latin typeface="Google Sans"/>
              </a:rPr>
              <a:t>In routers </a:t>
            </a:r>
          </a:p>
          <a:p>
            <a:r>
              <a:rPr lang="en-IN" b="0" i="0" dirty="0">
                <a:solidFill>
                  <a:srgbClr val="1F1F1F"/>
                </a:solidFill>
                <a:effectLst/>
                <a:latin typeface="Google Sans"/>
              </a:rPr>
              <a:t>Handling website traffic</a:t>
            </a:r>
          </a:p>
          <a:p>
            <a:r>
              <a:rPr lang="en-IN" dirty="0">
                <a:solidFill>
                  <a:srgbClr val="1F1F1F"/>
                </a:solidFill>
                <a:latin typeface="Google Sans"/>
              </a:rPr>
              <a:t>Resource Allocation</a:t>
            </a:r>
          </a:p>
          <a:p>
            <a:r>
              <a:rPr lang="en-IN" dirty="0">
                <a:solidFill>
                  <a:srgbClr val="1F1F1F"/>
                </a:solidFill>
                <a:latin typeface="Google Sans"/>
              </a:rPr>
              <a:t>BFS algorithm</a:t>
            </a:r>
          </a:p>
          <a:p>
            <a:r>
              <a:rPr lang="en-IN" dirty="0">
                <a:solidFill>
                  <a:srgbClr val="1F1F1F"/>
                </a:solidFill>
                <a:latin typeface="Google Sans"/>
              </a:rPr>
              <a:t>Standby Flyers</a:t>
            </a:r>
          </a:p>
          <a:p>
            <a:r>
              <a:rPr lang="en-IN" dirty="0">
                <a:solidFill>
                  <a:srgbClr val="1F1F1F"/>
                </a:solidFill>
                <a:latin typeface="Google Sans"/>
              </a:rPr>
              <a:t>Auctions</a:t>
            </a:r>
          </a:p>
          <a:p>
            <a:r>
              <a:rPr lang="en-IN" dirty="0">
                <a:solidFill>
                  <a:srgbClr val="1F1F1F"/>
                </a:solidFill>
                <a:latin typeface="Google Sans"/>
              </a:rPr>
              <a:t>Stock Market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818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268</TotalTime>
  <Words>207</Words>
  <Application>Microsoft Office PowerPoint</Application>
  <PresentationFormat>On-screen Show (4:3)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Gill Sans MT</vt:lpstr>
      <vt:lpstr>Google Sans</vt:lpstr>
      <vt:lpstr>Nunito</vt:lpstr>
      <vt:lpstr>Verdana</vt:lpstr>
      <vt:lpstr>Wingdings 2</vt:lpstr>
      <vt:lpstr>Solstice</vt:lpstr>
      <vt:lpstr>IT 12 Data structure and algorithms- Stack and Queue</vt:lpstr>
      <vt:lpstr>Stack data structure</vt:lpstr>
      <vt:lpstr>PowerPoint Presentation</vt:lpstr>
      <vt:lpstr>Stack Operations</vt:lpstr>
      <vt:lpstr>Applications</vt:lpstr>
      <vt:lpstr>Queue data structure</vt:lpstr>
      <vt:lpstr>Types of queue</vt:lpstr>
      <vt:lpstr>Queue Operations</vt:lpstr>
      <vt:lpstr>PowerPoint Presentation</vt:lpstr>
      <vt:lpstr>PowerPoint Presentation</vt:lpstr>
      <vt:lpstr>Priority Queue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12 Data structure and algorithms</dc:title>
  <dc:creator>Administrator</dc:creator>
  <cp:lastModifiedBy>ashwini patil</cp:lastModifiedBy>
  <cp:revision>65</cp:revision>
  <dcterms:created xsi:type="dcterms:W3CDTF">2006-08-16T00:00:00Z</dcterms:created>
  <dcterms:modified xsi:type="dcterms:W3CDTF">2024-10-14T03:55:26Z</dcterms:modified>
</cp:coreProperties>
</file>